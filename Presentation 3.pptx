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BD019A-D5DB-48B3-B16A-CA9B8D3BB96E}" v="50" dt="2026-04-17T11:18:46.0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27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18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303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951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526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66999"/>
            <a:ext cx="5157787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183188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83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753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335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236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440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376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60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B7E8AE-A3AC-4BB7-A5C6-F00EC697B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93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22" r:id="rId8"/>
    <p:sldLayoutId id="2147483719" r:id="rId9"/>
    <p:sldLayoutId id="2147483720" r:id="rId10"/>
    <p:sldLayoutId id="214748372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729F2144-48B7-4730-955E-365ECED3A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765FF50-D2F9-4A4F-86ED-F101E172B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513189"/>
            <a:ext cx="5797883" cy="2667000"/>
          </a:xfrm>
        </p:spPr>
        <p:txBody>
          <a:bodyPr anchor="b">
            <a:normAutofit/>
          </a:bodyPr>
          <a:lstStyle/>
          <a:p>
            <a:pPr algn="l"/>
            <a:r>
              <a:rPr lang="en-US" b="1">
                <a:solidFill>
                  <a:schemeClr val="tx2"/>
                </a:solidFill>
                <a:highlight>
                  <a:srgbClr val="FFFFFF"/>
                </a:highlight>
              </a:rPr>
              <a:t>  Fog and Edge Computing</a:t>
            </a:r>
            <a:endParaRPr lang="en-US">
              <a:solidFill>
                <a:schemeClr val="tx2"/>
              </a:solidFill>
            </a:endParaRPr>
          </a:p>
          <a:p>
            <a:pPr algn="l"/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408788"/>
            <a:ext cx="5797882" cy="178569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200" b="1">
                <a:solidFill>
                  <a:schemeClr val="tx2"/>
                </a:solidFill>
              </a:rPr>
              <a:t>Project:</a:t>
            </a:r>
            <a:r>
              <a:rPr lang="en-US" sz="2200" b="1">
                <a:solidFill>
                  <a:schemeClr val="tx2"/>
                </a:solidFill>
                <a:ea typeface="+mn-lt"/>
                <a:cs typeface="+mn-lt"/>
              </a:rPr>
              <a:t> Water Tank Monitoring System</a:t>
            </a:r>
            <a:endParaRPr lang="en-US" sz="2200" b="1">
              <a:solidFill>
                <a:schemeClr val="tx2"/>
              </a:solidFill>
              <a:highlight>
                <a:srgbClr val="0B1220"/>
              </a:highlight>
              <a:latin typeface="Arial"/>
              <a:cs typeface="Arial"/>
            </a:endParaRPr>
          </a:p>
          <a:p>
            <a:pPr algn="l"/>
            <a:r>
              <a:rPr lang="en-US" sz="2200" b="1">
                <a:solidFill>
                  <a:schemeClr val="tx2"/>
                </a:solidFill>
              </a:rPr>
              <a:t>Name: Afaq Habib</a:t>
            </a:r>
          </a:p>
          <a:p>
            <a:pPr algn="l"/>
            <a:r>
              <a:rPr lang="en-US" sz="2200" b="1">
                <a:solidFill>
                  <a:schemeClr val="tx2"/>
                </a:solidFill>
              </a:rPr>
              <a:t>Student ID: x24154296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471CADD-C444-5435-B6C7-CE5D7F86B0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9143"/>
          <a:stretch>
            <a:fillRect/>
          </a:stretch>
        </p:blipFill>
        <p:spPr>
          <a:xfrm>
            <a:off x="7162800" y="10"/>
            <a:ext cx="5029200" cy="5693802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04D834C7-8223-43DA-AA30-E15A1BC7B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93812"/>
            <a:ext cx="12192000" cy="1164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62DE6C5-8EB8-4E41-B0FF-93563AA4C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1" y="5693811"/>
            <a:ext cx="12191999" cy="1164188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38C62-DF8D-B477-2F64-CF7A1A463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Edge Layer (sensors)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B6968-6E32-2E9C-271E-1F6F988C6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r>
              <a:rPr lang="en-US"/>
              <a:t>Sensors: I used four sensors in </a:t>
            </a:r>
            <a:r>
              <a:rPr lang="en-US" err="1"/>
              <a:t>my</a:t>
            </a:r>
            <a:r>
              <a:rPr lang="en-US" dirty="0"/>
              <a:t> project </a:t>
            </a:r>
            <a:r>
              <a:rPr lang="en-US"/>
              <a:t>they are Water</a:t>
            </a:r>
            <a:r>
              <a:rPr lang="en-US" dirty="0"/>
              <a:t> Level, Flow Rate, Temperature, and pressure.</a:t>
            </a:r>
            <a:endParaRPr lang="en-US"/>
          </a:p>
          <a:p>
            <a:r>
              <a:rPr lang="en-US" dirty="0"/>
              <a:t>Deployment: I deploy my Edge Script on Elastic Beanstalk </a:t>
            </a:r>
            <a:r>
              <a:rPr lang="en-US"/>
              <a:t>for</a:t>
            </a:r>
            <a:r>
              <a:rPr lang="en-US" dirty="0"/>
              <a:t> continuous running to generate random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546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AB64E-E4F5-EE0C-8C3B-F9926869E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Fog Layer </a:t>
            </a:r>
            <a:endParaRPr lang="en-US" dirty="0">
              <a:solidFill>
                <a:srgbClr val="FFFFFF"/>
              </a:solidFill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87631-D8D8-2A7C-61EE-2EE146149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Every 20 seconds the Fog Received data from AWS IOT.</a:t>
            </a:r>
            <a:endParaRPr lang="en-US" dirty="0"/>
          </a:p>
          <a:p>
            <a:r>
              <a:rPr lang="en-US" dirty="0"/>
              <a:t>The fog layer filter and check sensor data (</a:t>
            </a:r>
            <a:r>
              <a:rPr lang="en-US" dirty="0" err="1"/>
              <a:t>WaterLevel</a:t>
            </a:r>
            <a:r>
              <a:rPr lang="en-US" dirty="0"/>
              <a:t>, Flow Rate, Temperature, and pressure) and generate alerts </a:t>
            </a:r>
            <a:r>
              <a:rPr lang="en-US"/>
              <a:t>according to the data.</a:t>
            </a:r>
            <a:endParaRPr lang="en-US">
              <a:solidFill>
                <a:srgbClr val="000000"/>
              </a:solidFill>
            </a:endParaRPr>
          </a:p>
          <a:p>
            <a:r>
              <a:rPr lang="en-US"/>
              <a:t>Send data to AWS RDS.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427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0F7F9-440F-B67D-6152-4ADDC43F4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AWS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4DEA6-7EAE-B2B2-F6EB-4D200F41C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 used </a:t>
            </a:r>
            <a:r>
              <a:rPr lang="en-US"/>
              <a:t>three</a:t>
            </a:r>
            <a:r>
              <a:rPr lang="en-US" dirty="0"/>
              <a:t> AWS services.</a:t>
            </a:r>
          </a:p>
          <a:p>
            <a:pPr marL="0" indent="0">
              <a:buNone/>
            </a:pPr>
            <a:r>
              <a:rPr lang="en-US"/>
              <a:t>          Elastic Beanstalk</a:t>
            </a:r>
          </a:p>
          <a:p>
            <a:pPr marL="0" indent="0">
              <a:buNone/>
            </a:pPr>
            <a:r>
              <a:rPr lang="en-US"/>
              <a:t>          IOT</a:t>
            </a:r>
          </a:p>
          <a:p>
            <a:pPr marL="0" indent="0">
              <a:buNone/>
            </a:pPr>
            <a:r>
              <a:rPr lang="en-US"/>
              <a:t>          AWS RDS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2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BEE602-02D2-420A-AFC1-438A1699A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9601B5-0DEB-6EBB-DFBA-C9A969F8F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847"/>
            <a:ext cx="3962400" cy="2895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>
                <a:solidFill>
                  <a:schemeClr val="tx2"/>
                </a:solidFill>
              </a:rPr>
              <a:t>Application Architecture</a:t>
            </a:r>
          </a:p>
        </p:txBody>
      </p:sp>
      <p:pic>
        <p:nvPicPr>
          <p:cNvPr id="5" name="Content Placeholder 4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4DF2CE0B-D98D-9958-C2B7-220915CC19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19661" y="509847"/>
            <a:ext cx="5536005" cy="491320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3FAB79E-1E1B-4287-B4EA-26E497404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30812"/>
            <a:ext cx="12192000" cy="1127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2256D1-A993-4D2E-943C-2E87F8BFC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0" y="5730813"/>
            <a:ext cx="12191999" cy="1127186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491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D1D27-4DC4-7B26-8138-BA8A8E991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and </a:t>
            </a:r>
            <a:r>
              <a:rPr lang="en-US"/>
              <a:t>GitHub</a:t>
            </a:r>
            <a:r>
              <a:rPr lang="en-US" dirty="0"/>
              <a:t> 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EE3D2-A5AC-8174-B6D7-FA60608B7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Application Link: </a:t>
            </a:r>
            <a:endParaRPr lang="en-IE" sz="1600">
              <a:solidFill>
                <a:srgbClr val="0070C0"/>
              </a:solidFill>
              <a:highlight>
                <a:srgbClr val="FFFFFF"/>
              </a:highlight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Iotapplication-env.eba-wc6yp5ey.us-east-1.elasticbeanstalk.com</a:t>
            </a:r>
            <a:endParaRPr lang="en-IE" sz="1600">
              <a:highlight>
                <a:srgbClr val="FFFFFF"/>
              </a:highlight>
              <a:latin typeface="Roboto"/>
              <a:ea typeface="Roboto"/>
              <a:cs typeface="Roboto"/>
            </a:endParaRPr>
          </a:p>
          <a:p>
            <a:r>
              <a:rPr lang="en-US"/>
              <a:t>GitHub Link: </a:t>
            </a:r>
            <a:endParaRPr lang="en-US">
              <a:ea typeface="Verdana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https://github.com/afaqhabib01/fogandedge_project.git </a:t>
            </a:r>
            <a:endParaRPr lang="en-US" dirty="0">
              <a:solidFill>
                <a:srgbClr val="FFFFFF"/>
              </a:solidFill>
              <a:latin typeface="Avenir Next LT Pro"/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137321657"/>
      </p:ext>
    </p:extLst>
  </p:cSld>
  <p:clrMapOvr>
    <a:masterClrMapping/>
  </p:clrMapOvr>
</p:sld>
</file>

<file path=ppt/theme/theme1.xml><?xml version="1.0" encoding="utf-8"?>
<a:theme xmlns:a="http://schemas.openxmlformats.org/drawingml/2006/main" name="BlockprintVTI">
  <a:themeElements>
    <a:clrScheme name="Custom 69">
      <a:dk1>
        <a:sysClr val="windowText" lastClr="000000"/>
      </a:dk1>
      <a:lt1>
        <a:sysClr val="window" lastClr="FFFFFF"/>
      </a:lt1>
      <a:dk2>
        <a:srgbClr val="44131A"/>
      </a:dk2>
      <a:lt2>
        <a:srgbClr val="F2ECEA"/>
      </a:lt2>
      <a:accent1>
        <a:srgbClr val="A62C52"/>
      </a:accent1>
      <a:accent2>
        <a:srgbClr val="A7928D"/>
      </a:accent2>
      <a:accent3>
        <a:srgbClr val="307C71"/>
      </a:accent3>
      <a:accent4>
        <a:srgbClr val="41575D"/>
      </a:accent4>
      <a:accent5>
        <a:srgbClr val="8FA3A3"/>
      </a:accent5>
      <a:accent6>
        <a:srgbClr val="CA8370"/>
      </a:accent6>
      <a:hlink>
        <a:srgbClr val="D13D6E"/>
      </a:hlink>
      <a:folHlink>
        <a:srgbClr val="6C9D92"/>
      </a:folHlink>
    </a:clrScheme>
    <a:fontScheme name="Custom 56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printVTI" id="{AA8C8908-6BA4-477C-AEA4-CB6C32A1FE3B}" vid="{36392749-7C1D-4938-93BB-440CD2A1B0A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BlockprintVTI</vt:lpstr>
      <vt:lpstr>  Fog and Edge Computing </vt:lpstr>
      <vt:lpstr>Edge Layer (sensors)</vt:lpstr>
      <vt:lpstr>Fog Layer  </vt:lpstr>
      <vt:lpstr>AWS Services</vt:lpstr>
      <vt:lpstr>Application Architecture</vt:lpstr>
      <vt:lpstr>Application and GitHub 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195</cp:revision>
  <dcterms:created xsi:type="dcterms:W3CDTF">2026-04-13T13:50:19Z</dcterms:created>
  <dcterms:modified xsi:type="dcterms:W3CDTF">2026-04-17T11:19:06Z</dcterms:modified>
</cp:coreProperties>
</file>